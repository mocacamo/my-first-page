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64ab862d94bdd" /><Relationship Type="http://schemas.openxmlformats.org/officeDocument/2006/relationships/extended-properties" Target="/docProps/app.xml" Id="Ra0dc02ccf2d741e0" /><Relationship Type="http://schemas.openxmlformats.org/officeDocument/2006/relationships/officeDocument" Target="/ppt/presentation.xml" Id="R6ad302bdd97547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af7837afb4928"/>
  </p:sldMasterIdLst>
  <p:notesMasterIdLst>
    <p:notesMasterId xmlns:r="http://schemas.openxmlformats.org/officeDocument/2006/relationships" r:id="Re74f41e4abc54664"/>
  </p:notesMasterIdLst>
  <p:sldIdLst>
    <p:sldId xmlns:r="http://schemas.openxmlformats.org/officeDocument/2006/relationships" id="256" r:id="Rd4f75edfb847418b"/>
    <p:sldId xmlns:r="http://schemas.openxmlformats.org/officeDocument/2006/relationships" id="257" r:id="Rdf9bee79b2604634"/>
    <p:sldId xmlns:r="http://schemas.openxmlformats.org/officeDocument/2006/relationships" id="258" r:id="Rd0fa6c143b2947e7"/>
    <p:sldId xmlns:r="http://schemas.openxmlformats.org/officeDocument/2006/relationships" id="259" r:id="Rd2fffdce43a34fe3"/>
    <p:sldId xmlns:r="http://schemas.openxmlformats.org/officeDocument/2006/relationships" id="260" r:id="R36852eee41ab4f02"/>
    <p:sldId xmlns:r="http://schemas.openxmlformats.org/officeDocument/2006/relationships" id="261" r:id="Rbd28526a7d194cef"/>
    <p:sldId xmlns:r="http://schemas.openxmlformats.org/officeDocument/2006/relationships" id="262" r:id="Rfd09c469d8c142bd"/>
    <p:sldId xmlns:r="http://schemas.openxmlformats.org/officeDocument/2006/relationships" id="263" r:id="R0533c3cb6b6b43d4"/>
    <p:sldId xmlns:r="http://schemas.openxmlformats.org/officeDocument/2006/relationships" id="264" r:id="R6075cc22f8f94f44"/>
    <p:sldId xmlns:r="http://schemas.openxmlformats.org/officeDocument/2006/relationships" id="265" r:id="Re16a5ab1eb004303"/>
    <p:sldId xmlns:r="http://schemas.openxmlformats.org/officeDocument/2006/relationships" id="266" r:id="R7a409921666a403a"/>
    <p:sldId xmlns:r="http://schemas.openxmlformats.org/officeDocument/2006/relationships" id="267" r:id="Rfd74a8b96b5b4f0b"/>
    <p:sldId xmlns:r="http://schemas.openxmlformats.org/officeDocument/2006/relationships" id="268" r:id="R867a32d5a7e04f9c"/>
    <p:sldId xmlns:r="http://schemas.openxmlformats.org/officeDocument/2006/relationships" id="269" r:id="R04fabe188eb3449d"/>
    <p:sldId xmlns:r="http://schemas.openxmlformats.org/officeDocument/2006/relationships" id="270" r:id="R836d91d299924a4d"/>
    <p:sldId xmlns:r="http://schemas.openxmlformats.org/officeDocument/2006/relationships" id="271" r:id="Ra98c99124aac4e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f5261d7a7344a8" /><Relationship Type="http://schemas.openxmlformats.org/officeDocument/2006/relationships/slideMaster" Target="/ppt/slideMasters/slideMaster1.xml" Id="Rba6af7837afb4928" /><Relationship Type="http://schemas.openxmlformats.org/officeDocument/2006/relationships/notesMaster" Target="/ppt/notesMasters/notesMaster1.xml" Id="Re74f41e4abc54664" /><Relationship Type="http://schemas.openxmlformats.org/officeDocument/2006/relationships/presProps" Target="/ppt/presProps.xml" Id="Rff69751d6a5d44c7" /><Relationship Type="http://schemas.openxmlformats.org/officeDocument/2006/relationships/tableStyles" Target="/ppt/tableStyles.xml" Id="Rd759af4322b54137" /><Relationship Type="http://schemas.openxmlformats.org/officeDocument/2006/relationships/slide" Target="/ppt/slides/slide1.xml" Id="Rd4f75edfb847418b" /><Relationship Type="http://schemas.openxmlformats.org/officeDocument/2006/relationships/slide" Target="/ppt/slides/slide2.xml" Id="Rdf9bee79b2604634" /><Relationship Type="http://schemas.openxmlformats.org/officeDocument/2006/relationships/slide" Target="/ppt/slides/slide3.xml" Id="Rd0fa6c143b2947e7" /><Relationship Type="http://schemas.openxmlformats.org/officeDocument/2006/relationships/slide" Target="/ppt/slides/slide4.xml" Id="Rd2fffdce43a34fe3" /><Relationship Type="http://schemas.openxmlformats.org/officeDocument/2006/relationships/slide" Target="/ppt/slides/slide5.xml" Id="R36852eee41ab4f02" /><Relationship Type="http://schemas.openxmlformats.org/officeDocument/2006/relationships/slide" Target="/ppt/slides/slide6.xml" Id="Rbd28526a7d194cef" /><Relationship Type="http://schemas.openxmlformats.org/officeDocument/2006/relationships/slide" Target="/ppt/slides/slide7.xml" Id="Rfd09c469d8c142bd" /><Relationship Type="http://schemas.openxmlformats.org/officeDocument/2006/relationships/slide" Target="/ppt/slides/slide8.xml" Id="R0533c3cb6b6b43d4" /><Relationship Type="http://schemas.openxmlformats.org/officeDocument/2006/relationships/slide" Target="/ppt/slides/slide9.xml" Id="R6075cc22f8f94f44" /><Relationship Type="http://schemas.openxmlformats.org/officeDocument/2006/relationships/slide" Target="/ppt/slides/slide10.xml" Id="Re16a5ab1eb004303" /><Relationship Type="http://schemas.openxmlformats.org/officeDocument/2006/relationships/slide" Target="/ppt/slides/slide11.xml" Id="R7a409921666a403a" /><Relationship Type="http://schemas.openxmlformats.org/officeDocument/2006/relationships/slide" Target="/ppt/slides/slide12.xml" Id="Rfd74a8b96b5b4f0b" /><Relationship Type="http://schemas.openxmlformats.org/officeDocument/2006/relationships/slide" Target="/ppt/slides/slide13.xml" Id="R867a32d5a7e04f9c" /><Relationship Type="http://schemas.openxmlformats.org/officeDocument/2006/relationships/slide" Target="/ppt/slides/slide14.xml" Id="R04fabe188eb3449d" /><Relationship Type="http://schemas.openxmlformats.org/officeDocument/2006/relationships/slide" Target="/ppt/slides/slide15.xml" Id="R836d91d299924a4d" /><Relationship Type="http://schemas.openxmlformats.org/officeDocument/2006/relationships/slide" Target="/ppt/slides/slide16.xml" Id="Ra98c99124aac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6c38dddc5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8e668aeee4b0e" /><Relationship Type="http://schemas.openxmlformats.org/officeDocument/2006/relationships/notesMaster" Target="/ppt/notesMasters/notesMaster1.xml" Id="Re7497813a0ce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6655ecc684fa0" /><Relationship Type="http://schemas.openxmlformats.org/officeDocument/2006/relationships/notesMaster" Target="/ppt/notesMasters/notesMaster1.xml" Id="R2bfceabb23cb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afcc9f7b4c48ef" /><Relationship Type="http://schemas.openxmlformats.org/officeDocument/2006/relationships/notesMaster" Target="/ppt/notesMasters/notesMaster1.xml" Id="R1f2afeaa934f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8ff5829ec4641" /><Relationship Type="http://schemas.openxmlformats.org/officeDocument/2006/relationships/notesMaster" Target="/ppt/notesMasters/notesMaster1.xml" Id="R9952727ed3a74c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1a623b9fb747e1" /><Relationship Type="http://schemas.openxmlformats.org/officeDocument/2006/relationships/notesMaster" Target="/ppt/notesMasters/notesMaster1.xml" Id="R66b666de4bfb46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d30d03261840ce" /><Relationship Type="http://schemas.openxmlformats.org/officeDocument/2006/relationships/notesMaster" Target="/ppt/notesMasters/notesMaster1.xml" Id="R7b8089ddaff3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aff08374d84bb6" /><Relationship Type="http://schemas.openxmlformats.org/officeDocument/2006/relationships/notesMaster" Target="/ppt/notesMasters/notesMaster1.xml" Id="R9118e8bef5e94b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cabb6d3eb54ef5" /><Relationship Type="http://schemas.openxmlformats.org/officeDocument/2006/relationships/notesMaster" Target="/ppt/notesMasters/notesMaster1.xml" Id="R6b2cdd8e33d845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af191f26d4974" /><Relationship Type="http://schemas.openxmlformats.org/officeDocument/2006/relationships/notesMaster" Target="/ppt/notesMasters/notesMaster1.xml" Id="R97b91ac2f4d141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ce95a60b3e4e36" /><Relationship Type="http://schemas.openxmlformats.org/officeDocument/2006/relationships/notesMaster" Target="/ppt/notesMasters/notesMaster1.xml" Id="R6d5184cd402b46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ebffc8cd374383" /><Relationship Type="http://schemas.openxmlformats.org/officeDocument/2006/relationships/notesMaster" Target="/ppt/notesMasters/notesMaster1.xml" Id="Ra590842d904644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64304bd5cc46cb" /><Relationship Type="http://schemas.openxmlformats.org/officeDocument/2006/relationships/notesMaster" Target="/ppt/notesMasters/notesMaster1.xml" Id="Re872826a16cd44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ee7533641945d6" /><Relationship Type="http://schemas.openxmlformats.org/officeDocument/2006/relationships/notesMaster" Target="/ppt/notesMasters/notesMaster1.xml" Id="Rb1d4f64876da47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d949ea1b2b4833" /><Relationship Type="http://schemas.openxmlformats.org/officeDocument/2006/relationships/notesMaster" Target="/ppt/notesMasters/notesMaster1.xml" Id="R12191127647a43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4d627597e646ff" /><Relationship Type="http://schemas.openxmlformats.org/officeDocument/2006/relationships/notesMaster" Target="/ppt/notesMasters/notesMaster1.xml" Id="Refc7dec63ce549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542d68b65e4d40" /><Relationship Type="http://schemas.openxmlformats.org/officeDocument/2006/relationships/notesMaster" Target="/ppt/notesMasters/notesMaster1.xml" Id="R5d85615efc80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eadde654e40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de8a937e94a98" /><Relationship Type="http://schemas.openxmlformats.org/officeDocument/2006/relationships/slideLayout" Target="/ppt/slideLayouts/slideLayout1.xml" Id="R27b961b2b621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b961b2b621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17a9658354a61" /><Relationship Type="http://schemas.openxmlformats.org/officeDocument/2006/relationships/notesSlide" Target="/ppt/notesSlides/notesSlide1.xml" Id="Reb032369084c4b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ae9e31e4e4859" /><Relationship Type="http://schemas.openxmlformats.org/officeDocument/2006/relationships/notesSlide" Target="/ppt/notesSlides/notesSlide2.xml" Id="R712cf71caf91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a103f54f24707" /><Relationship Type="http://schemas.openxmlformats.org/officeDocument/2006/relationships/notesSlide" Target="/ppt/notesSlides/notesSlide3.xml" Id="Rd5e1bb60ba2c4e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a09af7d8842d9" /><Relationship Type="http://schemas.openxmlformats.org/officeDocument/2006/relationships/notesSlide" Target="/ppt/notesSlides/notesSlide4.xml" Id="R1a78d16a8d8f4e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ff6ae14fa48ed" /><Relationship Type="http://schemas.openxmlformats.org/officeDocument/2006/relationships/notesSlide" Target="/ppt/notesSlides/notesSlide5.xml" Id="Rdaea8f2536e343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bdd86cf744837" /><Relationship Type="http://schemas.openxmlformats.org/officeDocument/2006/relationships/notesSlide" Target="/ppt/notesSlides/notesSlide6.xml" Id="Rd4a8e1d86e8e4a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7a482fbd647b3" /><Relationship Type="http://schemas.openxmlformats.org/officeDocument/2006/relationships/notesSlide" Target="/ppt/notesSlides/notesSlide7.xml" Id="Reee71b85c7e649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6a260308a4d2d" /><Relationship Type="http://schemas.openxmlformats.org/officeDocument/2006/relationships/notesSlide" Target="/ppt/notesSlides/notesSlide8.xml" Id="Rdb2d2d3460c946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c4131d8014797" /><Relationship Type="http://schemas.openxmlformats.org/officeDocument/2006/relationships/notesSlide" Target="/ppt/notesSlides/notesSlide9.xml" Id="R198d6d7eca1e4a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038df21f84df6" /><Relationship Type="http://schemas.openxmlformats.org/officeDocument/2006/relationships/notesSlide" Target="/ppt/notesSlides/notesSlide10.xml" Id="R0990bdd1c4884c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fdacbcae245cc" /><Relationship Type="http://schemas.openxmlformats.org/officeDocument/2006/relationships/notesSlide" Target="/ppt/notesSlides/notesSlide11.xml" Id="Rfbbc709fcedf47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f23a3feac4645" /><Relationship Type="http://schemas.openxmlformats.org/officeDocument/2006/relationships/notesSlide" Target="/ppt/notesSlides/notesSlide12.xml" Id="Rc51fd95f74934b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685378c84321" /><Relationship Type="http://schemas.openxmlformats.org/officeDocument/2006/relationships/notesSlide" Target="/ppt/notesSlides/notesSlide13.xml" Id="R0e0ff4f7b67741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5489c2d7e411c" /><Relationship Type="http://schemas.openxmlformats.org/officeDocument/2006/relationships/notesSlide" Target="/ppt/notesSlides/notesSlide14.xml" Id="R8f455e55330045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a123ccc8b4abb" /><Relationship Type="http://schemas.openxmlformats.org/officeDocument/2006/relationships/notesSlide" Target="/ppt/notesSlides/notesSlide15.xml" Id="R64f0fd97d7cb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e36b5eb64880" /><Relationship Type="http://schemas.openxmlformats.org/officeDocument/2006/relationships/notesSlide" Target="/ppt/notesSlides/notesSlide16.xml" Id="Rc8d8b68ce0d849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EBB86-8F88-4721-B009-F1242B7F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ShiFu - 陳修平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85C1-54F3-4424-8D6A-D94B5853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20C74-F27C-4589-B4CA-89E0BA6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新手短影音終極懶人包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97D23-547C-4012-BC21-162D8804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行銷業務 member 教學簡報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A7D0C-14F7-47B0-9DB1-30B91C71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4ACE4-1FBB-4B76-A774-BB5F1B3B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85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三層架構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8D890-BCBE-40F9-B8D4-26B632D3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2667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主題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核心概念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執行技術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68846-683F-4C6C-B890-1C3890C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目標：把短影音方法變成業務可複製的獲客、信任、私域與變現流程。</a:t>
            </a:r>
          </a:p>
        </p:txBody>
      </p:sp>
    </p:spTree>
    <p:extLst>
      <p:ext uri="{BB962C8B-B14F-4D97-AF65-F5344CB8AC3E}">
        <p14:creationId xmlns:p14="http://schemas.microsoft.com/office/powerpoint/2010/main" val="1494904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8E47C-D900-413A-944F-188DF603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學習路徑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D4376-99A9-47AB-9E1C-BEEC07BC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87A63-F746-49C1-B6E5-55AB317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433B0-ECAA-4329-B9D1-570D101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這套方法不是靈感課，而是可複製的短影音流程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56F75-8FBD-488C-A1A7-233B4742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67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18B3E-30A8-498F-8664-5B0AF73A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26C17-E0DB-45EB-86E5-9F08993B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43CD3-E9E4-474A-BAA5-01A351E4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讓客戶記住你是誰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756E8-9451-43D8-AEDB-2E4A296C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7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BCA6E-0256-4457-A6D2-53407C6A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19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E88F3-74B4-4FF5-946A-E6720AA8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企劃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40958-2713-41CB-9626-316FF2F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76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用公式做主題式企劃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4AB4E-AD98-4B85-B5F1-DB544E9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167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AD9D8-8A20-4C9F-8C82-AA4F4A07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19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945F5-855C-4CA0-AC6E-893358E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拍攝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23E9E-5D62-4B01-9B6A-F0B1F1B1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用手機降低開始阻力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1ACC3-5987-4FD5-80C0-C7F0099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167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EF8F6-B02F-45EA-8E2D-85D56613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19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1CB46-9DB9-47AD-8219-1AFE158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146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剪輯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AC4AB-0E0F-4712-8298-5FCD1A1D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提高單位信息密度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A5ED5-41CB-4D2F-9F03-DAB1534C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167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62CC5-8EE4-4E91-AFC1-1B671DCA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C0909-255A-455D-A6F1-ADAB770D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146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運營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C1058-043B-4BB8-848C-DFBC4CBF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平台全上並導私域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5BB3B-2A91-4A02-B9AC-6936BFE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47875"/>
            <a:ext cx="1676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EBB40-B1B6-423D-A341-1AB404F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1932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72536-71D4-49B9-9B9B-92A7994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1462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心法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8E49E-F328-42E3-8C39-DCC4899F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出席，然後持續出席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9F6A2-FD24-4035-B85F-EB32686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教學重點：每位 member 都要能把自己的客戶、產品或服務，放進同一套流程裡演練。</a:t>
            </a:r>
          </a:p>
        </p:txBody>
      </p:sp>
    </p:spTree>
    <p:extLst>
      <p:ext uri="{BB962C8B-B14F-4D97-AF65-F5344CB8AC3E}">
        <p14:creationId xmlns:p14="http://schemas.microsoft.com/office/powerpoint/2010/main" val="791953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2419D-0B60-452D-9D64-3303006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定位篇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06E6E-926F-4923-B6B2-EB47010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02DAF-6E85-4702-94E8-764DD6C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35C45-CA84-41AE-8A47-D0DDC54A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帳號先讓人記住，再讓人相信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B11ED-C7A1-4D86-8DD3-475E7397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DC7E-525E-47DB-9EEE-3628A1D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3722F-B646-4866-9F90-E74E5C94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帳號名稱、敘述欄、記憶點、人設、第一支片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61D1F-D9E3-4BCE-A299-24C78F87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EE7A4-D475-4C2F-8A41-903CF75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49C3C-49F3-460E-8D52-4F23F64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新手不是先追求專業感，而是先讓市場知道：你是誰、你能給什麼價值、你和別人有什麼記憶點。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4F595-084B-4DC8-915D-D2823DB2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71462-71B7-430D-B805-30F60E54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F4099-E786-47D4-9E9B-C5B33D9F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帳號名稱：地區、行業、身份、暱稱、理念、記憶點，C6取2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敘述欄：你是誰 + 有什麼可以炫耀 + 給用戶什麼價值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記憶點：特殊的拍攝場景、固定的服化道、抓耳的口頭禪、專屬的音樂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人設：專家型人設 / 成長型人設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第一支片：說故事</a:t>
            </a:r>
          </a:p>
        </p:txBody>
      </p:sp>
    </p:spTree>
    <p:extLst>
      <p:ext uri="{BB962C8B-B14F-4D97-AF65-F5344CB8AC3E}">
        <p14:creationId xmlns:p14="http://schemas.microsoft.com/office/powerpoint/2010/main" val="1103253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5F9D6-291F-4ABE-95F0-DA7683C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定位篇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BB133-D7EE-45EF-95C3-58AB311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1CE02-C2CF-4D17-8B6D-B37DD5AA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4EAEF-1A6C-4480-BB84-1E4ABB37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member 要把自己的故事變成信任入口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BA2B1-3427-4EAA-9917-DE1A9FDA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390E9-CB9D-4B8E-804A-BC533695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1363A-4F1F-4C1E-9D87-6CBBA97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第一支片：說故事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9E7AE-3161-45C8-82B0-0623CB3F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E047F-B592-4A01-AB5B-C821A7E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B62C5-86D4-40CD-BDB9-7DFDED1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你的故事，才是獨一無二，別人沒辦法抄的。業務做短影音，第一個任務不是賣產品，而是建立人與人的信任。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AC39B-FFA3-4330-8EB4-F17C12A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7D22F-C901-4055-B467-3E76C7C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78318-B685-4888-BB2E-A515399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講你的人生故事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你是誰、遇過什麼挫折、怎麼面對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價值觀又是什麼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新手建議做成長型：人設先做低，誠懇不油膩</a:t>
            </a:r>
          </a:p>
        </p:txBody>
      </p:sp>
    </p:spTree>
    <p:extLst>
      <p:ext uri="{BB962C8B-B14F-4D97-AF65-F5344CB8AC3E}">
        <p14:creationId xmlns:p14="http://schemas.microsoft.com/office/powerpoint/2010/main" val="918153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11C62-BD8D-4D46-8606-E84380CD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企劃篇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24AA9-21D9-4B97-A858-08FFD495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2C62B-E5BF-4AAE-A384-0B78B7CA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2877B-40A6-4980-A50F-8BA70E7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追蹤來自連載感，不是單支影片碰運氣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22E47-B61E-4DA5-8D51-F62CE3DD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6676-9727-40CD-B927-C93EAB4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A4F52-E96C-4F45-929B-E89E29DC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怎麼增加追蹤？做主題式企劃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332E4-02C4-44BB-8643-D14929C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EDFD7-C156-416D-A4FF-89B5744B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D30C4-EFEA-4498-984E-E669A79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讓內容有連載感，觀眾忍不住就追蹤。member 要把自己的業務題目設計成系列，而不是每支都從零想。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025B7-71D5-47A8-B518-C3ABB0C7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91637-2144-497B-B8DC-1A47CEB3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A0A9A-5E72-4A28-9A5B-32F3882F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例：和100個陌生人交換禮物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例：和300個路人單挑籃球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例：每天在電梯講30秒商業案例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業務應用：每天講1個客戶常見問題、每週拆1個成交案例</a:t>
            </a:r>
          </a:p>
        </p:txBody>
      </p:sp>
    </p:spTree>
    <p:extLst>
      <p:ext uri="{BB962C8B-B14F-4D97-AF65-F5344CB8AC3E}">
        <p14:creationId xmlns:p14="http://schemas.microsoft.com/office/powerpoint/2010/main" val="1280086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DEADF-147C-4333-836E-E57691AD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企劃篇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76AE5-524C-4FE4-9602-00511347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D01E9-D7D9-42B7-A6B0-369247A9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C5E79-1CAC-4AAF-B9A8-473D312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爆款企劃先選內容主題，再套流量密碼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D722D-005C-40F5-BFC7-3ED671C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2821D-65B0-4C32-9F11-7AB72AED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1B79E-0DFF-466E-A185-624EF904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七大內容主題 x 流量密碼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E38A6-1689-43DD-BE9E-36840E0B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13845-1DC9-4DDC-AEDE-267D28C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865E2-2CD1-4D57-96D0-66C54C8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爆款不是靠感覺，而是把題目放進公式。先決定影片是哪一種內容，再選一個能放大注意力的流量密碼。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600CF-3F40-4E8B-9144-7424A7A6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D1168-F111-4E75-92D8-7151DC1B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EF42B-30F1-4990-8444-5CA22B33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七大內容主題：曬過程、教知識、說故事、熬雞湯、選立場、賣產品、演劇情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流量密碼：成本、受眾、隨機、反差、貼金、荷爾蒙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例：帶你來看千萬空心菜園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例：一間成本只要40萬，年報酬率就有50%</a:t>
            </a:r>
          </a:p>
        </p:txBody>
      </p:sp>
    </p:spTree>
    <p:extLst>
      <p:ext uri="{BB962C8B-B14F-4D97-AF65-F5344CB8AC3E}">
        <p14:creationId xmlns:p14="http://schemas.microsoft.com/office/powerpoint/2010/main" val="1014858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3148E-B3FC-4E3D-B44A-FDD4EA06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企劃篇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D7AB-27AD-455D-90F0-05CDF5F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BBC27-97AA-4CD4-85A2-095E888C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BF75A-5B05-4AAF-8F01-25762DE4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主題窄時，用上一層思維把內容打開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FD7DB-2DB4-4B9C-BCD2-1DDB6F8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E13B3-D0CB-4CDA-9FE5-25007FEF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566A6-D3B3-47FC-9D5C-A822A1B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上一層思維、六大標題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6DF0F-B08D-4673-AEC1-1A5F5D61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F7C6B-966D-43FE-B657-D9221305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2CF5F-57FE-4A3E-9ACD-832B366D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不要只困在產品或專業裡。由你的領域往上延伸，就有拍不完的內容。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1C175-A3AB-4850-AC04-748D63DB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86B8-5D71-429F-B0ED-F21E8A53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0FF01-0763-4839-9BA3-0054694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醫美：不要只講醫學，要多談美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賣食品：教做菜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賣衣服：教穿搭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教房產：講財商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六大標題：新知式標題、提問式標題、解答式標題、反常式標題、佔便宜標題、揭秘式標題</a:t>
            </a:r>
          </a:p>
        </p:txBody>
      </p:sp>
    </p:spTree>
    <p:extLst>
      <p:ext uri="{BB962C8B-B14F-4D97-AF65-F5344CB8AC3E}">
        <p14:creationId xmlns:p14="http://schemas.microsoft.com/office/powerpoint/2010/main" val="766948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9509A-09EF-4AEE-BEE4-66AE40C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拍攝篇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76B35-68CF-404C-8B2A-CD27829C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F26C9-6C74-40EF-B7DC-E1CE488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A3F6A-560E-4B9F-8E50-DBD8988F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設備越少，越容易開始，也越有可能持續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9EA71-7508-409A-AE90-3BB41CA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CD2EB-AC71-4DFE-AD2C-908E55D5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B0F1A-4C60-456F-ADA0-1F8A5AC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手機、手機設定、收音設備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D1C7-6B17-4875-9672-EF5B12E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F7C3E-3690-4BE4-A118-59A2CF4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36E88-E985-40E4-927B-66A8D92C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新手最容易卡在器材。原文的技術選擇很清楚：手機就夠，先讓 member 有能力穩定產出。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5A369-2883-467F-8311-994A9280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6B89B-E72A-4D87-81C5-8D6E16B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1C624-8A4A-4427-825E-FEB489D5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手機已經可以滿足98%的需求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作者90%影片都是用手機拍的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焦距自拍用1.0，幫別人拍用0.5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HD就行，4K檔案太大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開啟九宮格，額頭對上線，高清六十幀，主角放中間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除非風切聲太大，一律建議用手機內建收音</a:t>
            </a:r>
          </a:p>
        </p:txBody>
      </p:sp>
    </p:spTree>
    <p:extLst>
      <p:ext uri="{BB962C8B-B14F-4D97-AF65-F5344CB8AC3E}">
        <p14:creationId xmlns:p14="http://schemas.microsoft.com/office/powerpoint/2010/main" val="290858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64F63-BBB1-4DBB-8053-EEC569FF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拍攝篇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0316-8F0F-4BC4-8F05-A3AB3DF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55C5-169D-452C-AF30-4E8139A0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35734-9590-4298-A5FA-21EB92BD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畫面要真的發生事情，戶外大於室內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6AA26-322A-43E3-8CDA-4903B66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6332A-7F92-4DBC-AA09-DBA73FD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9463E-AB22-4427-92B7-8613825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燈光、場景、影片的呈現方式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61ECC-1592-4953-9354-1FA7A724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EAE7E-9323-4730-8DDF-CEB04705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5D168-5738-4D7B-A65D-BBB6FCA0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短影音不是坐著說明產品。讓畫面更豐富，觀眾對產品印象更深刻。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226A4-5EEF-409F-9389-846E7A4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62D03-2C63-4BFB-B61A-FD1BD75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6C256-CEEE-43B0-86FA-6A25F4B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最好的燈光，就是太陽光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確認光源方向、避免背光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戶外大於室內；走動大於原地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介紹雲林稻米：去插秧、開收割機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介紹酪梨：去酪梨田、現殺來吃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介紹空心菜：菜田席地而坐、現場開炒</a:t>
            </a:r>
          </a:p>
        </p:txBody>
      </p:sp>
    </p:spTree>
    <p:extLst>
      <p:ext uri="{BB962C8B-B14F-4D97-AF65-F5344CB8AC3E}">
        <p14:creationId xmlns:p14="http://schemas.microsoft.com/office/powerpoint/2010/main" val="135945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980FB-464F-47DB-BAF4-983EDF7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剪輯篇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90C63-BC83-4BEF-9A97-01F6AA46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947B7-A6AB-4903-8F98-C694424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37620-103B-43CE-A0FE-4DBA8CE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短影音不是時間短，是單位信息密度高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98BC2-EDA2-422F-9997-DEF77A4C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5A9EF-F745-44F0-AF72-9BF5831B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349D6-A449-4B09-8A1A-DB13FBE3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剪映、影片長度、自然流 Raw Style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B96B8-7334-466A-9F55-85DA749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11FD2-D9F7-4740-8075-344DB6AA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0097C-43BF-4A15-A70C-011F4ACA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剪輯目標不是炫技，而是讓資訊更快、更爽、更無腦，並且能讓人看完。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4743D-2D80-4F38-93C8-3C8762C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5324C-9613-4BDA-AB26-10C24C9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20C6F-29F1-4E4A-ABB6-EF6AB717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新手一律推薦用剪映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CapCut 是剪映的國際版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短影音重點：單位信息密度高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以前10分鐘講完的主題，現在1分鐘就講完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自然流 Raw Style：場景自然、對話自然、後製自然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不要花裡胡哨的特效，要用畫面說故事</a:t>
            </a:r>
          </a:p>
        </p:txBody>
      </p:sp>
    </p:spTree>
    <p:extLst>
      <p:ext uri="{BB962C8B-B14F-4D97-AF65-F5344CB8AC3E}">
        <p14:creationId xmlns:p14="http://schemas.microsoft.com/office/powerpoint/2010/main" val="416589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5AD1D-77C2-4606-B952-624BA03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運營篇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160C2-F89C-4FAC-AC46-9C8B6B0F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EABE2-D8E2-4B3D-BD36-8BCBADE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EC550-EB0F-4BC6-8603-1383D98B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短影音先全平台測，再把有效平台加碼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9925-583B-43D4-9E40-266097BD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BD63F-BB2C-4748-8DEE-A36E573B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7157A-8395-4B2A-AAA5-959CF316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平台、上片頻率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6F716-AB14-495E-923B-84CD9632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B6813-EA0D-4294-838C-A847A7C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B2E0A-DF08-4419-96AD-F5903C70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上片數量不重要，重要的是持續上片，讓演算法知道你是一個可靠的創作者。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688E7-5021-49ED-8425-989C174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F4EFD-351B-4938-A708-3FE0B875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59ACC-26CA-4A98-9C36-E59148A8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FB、IG、Youtube、Tik-Tok 全上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有時間，threads、小紅書也上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觀察哪個平台效果好，就加碼經營該平台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參考節奏：一個禮拜上兩支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每週二、四 19:00 上片</a:t>
            </a:r>
          </a:p>
        </p:txBody>
      </p:sp>
    </p:spTree>
    <p:extLst>
      <p:ext uri="{BB962C8B-B14F-4D97-AF65-F5344CB8AC3E}">
        <p14:creationId xmlns:p14="http://schemas.microsoft.com/office/powerpoint/2010/main" val="271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75691-857F-4948-AEB0-3A061450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運營篇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98CF4-24CC-442E-94A4-8D63416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FCE02-D65C-4004-8B8F-39D053E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8B6A9-B1B1-4918-AF64-E1AF6532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變現不是只看播放，要把流量變存量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13A92-C2BB-4271-87ED-289B7EC6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2239C-5683-4624-9577-4116CA19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141F8-9D03-46CB-A18B-4C28EE3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私域、直播、廣告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0A9C5-568C-4592-910E-D884E445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A50CB-DF4D-4441-B434-08E20DD0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10BD0-93F8-43DF-9567-542EEA1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影片看完就滑走。只有把觀眾導到私域，才有後續經營、信任累積與成交機會。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F8E7E-C763-4E64-894C-5E17E99B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6FF5-E911-4318-8B21-DF95632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0C232-427C-48EA-ABCE-4882160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短影音怎麼變現：把流量導到私域、做直播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私域：Line、社團、EDM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私域四種經營方式：交流平台、輸出乾貨、專屬顧問、發送優惠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新手不要下廣告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前20支先拼自然流量，練習網感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上手以後，再用廣告放大</a:t>
            </a:r>
          </a:p>
        </p:txBody>
      </p:sp>
    </p:spTree>
    <p:extLst>
      <p:ext uri="{BB962C8B-B14F-4D97-AF65-F5344CB8AC3E}">
        <p14:creationId xmlns:p14="http://schemas.microsoft.com/office/powerpoint/2010/main" val="13613052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12A9AA-46FA-4CA4-B14F-BA768FE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心法篇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8B1FB-5174-4844-B8BE-BD9F123E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1EE76-DE6B-4881-A2D5-7835787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4CA4-2C7F-4BDD-8E3B-A8D2D66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演算法愛的是讓人看完的內容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030EC-6365-4D00-B98B-C7BA909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8C2F2-9853-44C4-A4F7-643E916E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D28B3-E805-4EFD-8316-01767036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完播率、虎頭豹尾、刪除尿點、小六檢測法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F9A26-B776-4419-8D75-E8D7378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1EA15-D00D-4FC4-B7A2-FF1A228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D6462-4BD3-44CB-B331-8CF40EE5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短影音最重要的數據是完播率。影片要讓人看完，演算法才會愛你，把影片推薦出去。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441EF-FD9A-45A5-AFE5-ECCE921C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0BB9A-F85F-4519-A4EB-7D930F8F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16B78-672C-48E3-BF07-474365C3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虎頭豹尾：吸睛開場；急收結尾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刪除尿點：讓人想要滑走的地方，要盡可能刪掉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小六檢測法：影片要連小學六年級都看懂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檢查問題：哪一句太慢？哪一段看不懂？哪裡想滑走？</a:t>
            </a:r>
          </a:p>
        </p:txBody>
      </p:sp>
    </p:spTree>
    <p:extLst>
      <p:ext uri="{BB962C8B-B14F-4D97-AF65-F5344CB8AC3E}">
        <p14:creationId xmlns:p14="http://schemas.microsoft.com/office/powerpoint/2010/main" val="16295040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4B0D4-AFCC-4202-A138-08A14D9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心法篇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C7BAF-08CB-4304-8198-46B8BF55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79928-8A1B-4D59-A31F-7ED0472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05EE4-372D-46A9-A7C6-5F07CF3C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素人也能做，因為演算法從 fans-based 轉向 content-based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BF0B7-25AD-4C6F-AAF7-8E10A4EF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1153C-C213-456A-8525-AA352C5F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4FD96-6C15-4B1E-981F-34952947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紅利、素人、content-based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BBB79-0063-4E16-A59D-D7BA4607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核心概念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FA93A-DC7D-49A8-819A-42E58DC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44706-7D7F-4D0F-9193-61425C1B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以前有越多粉絲，發文就越多人看；現在只要內容做得好，即便沒有粉絲，也能被看到。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A1814-763F-4CEF-A2A2-056F93D9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執行技術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0495C-C4C2-47F3-B578-866EFEF2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524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3FF56-DEE2-4350-BA59-F769036F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3105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短影音就是這個時代的流量紅利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還有紅利，但盡快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以前演算法是 fans-based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現在演算法是 content-based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現在，反而是最適合新手進場的時機</a:t>
            </a:r>
          </a:p>
        </p:txBody>
      </p:sp>
    </p:spTree>
    <p:extLst>
      <p:ext uri="{BB962C8B-B14F-4D97-AF65-F5344CB8AC3E}">
        <p14:creationId xmlns:p14="http://schemas.microsoft.com/office/powerpoint/2010/main" val="17638824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594C3-8BC2-43C9-9115-52F54F1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團隊作業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CBBB5-55A0-495B-8AF7-FF50EDD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AB6A5-8736-4C0B-AFA5-F593AA9D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474CE-C7AE-4132-A5C9-D5D5438B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member 本週要交出的不是心得，而是可發布素材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9A256-1D17-4D2A-A346-5150A847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2DBAE-E0E0-42FD-80CE-C8693E6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1. 帳號定位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6F70-A00B-4FE4-BF93-BEA91118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帳號名稱：C6取2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敘述欄三段式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1個固定記憶點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B49F1-4B91-4770-B782-2DE0575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CFD9D-6CE9-429F-9173-56A1CC2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43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2. 第一支故事片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6D50F-5FF5-41BD-8DF6-D22C2ED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622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我是誰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遇過什麼挫折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價值觀是什麼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B37A4-A33A-443E-BEFD-C15E43ED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26CFD-1A8C-42AA-87CF-A6AF4E34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3. 三支企劃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09C24-E961-4C62-B8D5-A591DEB9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七大內容主題任選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套1個流量密碼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寫出六大標題之一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B3E34-AD61-4D1F-8A8E-281A51C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1AEF6-3C82-4C79-8C58-13339E81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52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4. 發布節奏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9B7CB-9ADC-4B1F-995A-51491760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719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FB、IG、Youtube、Tik-Tok 全上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每週二、四 19:00</a:t>
            </a:r>
          </a:p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• 前20支拼自然流量</a:t>
            </a:r>
          </a:p>
        </p:txBody>
      </p:sp>
    </p:spTree>
    <p:extLst>
      <p:ext uri="{BB962C8B-B14F-4D97-AF65-F5344CB8AC3E}">
        <p14:creationId xmlns:p14="http://schemas.microsoft.com/office/powerpoint/2010/main" val="5184937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CC4BDD-2ECE-49FC-B6FB-F8039B8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結語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8F384-03BA-429F-AEB2-EF94252D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9B33F-F52A-411A-8F37-191DADA9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35B18-CCC7-4F3D-AC2C-DF12DE18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成功的真正秘密：出席，然後持續出席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3E58F-ECD0-444F-A896-4D7595A0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5143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3E18-DF6D-44D6-9C7B-4CC4364B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你只要出席，就贏 80% 的人；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持續的出席，就贏 90% 的人。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7E960-B6AA-41DA-828F-F89C961A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C17D3-7AFE-4BFB-B10A-7A87172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leader 帶團隊的重點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9AFD3-5B6E-4170-9247-6972664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先要求出片，不先要求完美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每週固定檢討完播率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只改一件事：開場、尿點或標題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把有效腳本複製到下一支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4D003-D0AF-4ED3-A174-E5A8A41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讓 member 開始拍片，而且持續拍片，才有機會被看見、成功變現。</a:t>
            </a:r>
          </a:p>
        </p:txBody>
      </p:sp>
    </p:spTree>
    <p:extLst>
      <p:ext uri="{BB962C8B-B14F-4D97-AF65-F5344CB8AC3E}">
        <p14:creationId xmlns:p14="http://schemas.microsoft.com/office/powerpoint/2010/main" val="1654568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2026-07-04T07:21:04.8410000Z</dcterms:created>
  <dcterms:modified xsi:type="dcterms:W3CDTF">2026-07-04T07:21:04.8410000Z</dcterms:modified>
</coreProperties>
</file>